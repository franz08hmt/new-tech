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mở đầu 25 giây</a:t>
            </a:r>
          </a:p>
          <a:p>
            <a:r>
              <a:t>“Bộ slide này giải thích vì sao nhóm chọn công nghệ và công nghệ đó</a:t>
            </a:r>
          </a:p>
          <a:p>
            <a:r>
              <a:t>            giải quyết phần nào của ExaMate. Nhóm dùng model có sẵn, không tự</a:t>
            </a:r>
          </a:p>
          <a:p>
            <a:r>
              <a:t>            train. Hai năng lực AI chính là RAG có nguồn và structured output</a:t>
            </a:r>
          </a:p>
          <a:p>
            <a:r>
              <a:t>            được đưa vào luồng luyện tập.” Đây là bản bổ sung kỹ thuật, không</a:t>
            </a:r>
          </a:p>
          <a:p>
            <a:r>
              <a:t>            thay slide demo ngắn. Không đọc cả 15 slide nếu thời gian bảo vệ chỉ</a:t>
            </a:r>
          </a:p>
          <a:p>
            <a:r>
              <a:t>            8 phút.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Thắng · 40 giây, Tài bổ sung quyền</a:t>
            </a:r>
          </a:p>
          <a:p>
            <a:r>
              <a:t>“React không gọi SQL hay cầm server key. Nest gom nghiệp vụ và xác</a:t>
            </a:r>
          </a:p>
          <a:p>
            <a:r>
              <a:t>            minh principal; PostgreSQL lưu cả dữ liệu học tập lẫn vector.</a:t>
            </a:r>
          </a:p>
          <a:p>
            <a:r>
              <a:t>            Supabase Auth và Storage là hai dịch vụ khác nhau. Gemini cần mạng,</a:t>
            </a:r>
          </a:p>
          <a:p>
            <a:r>
              <a:t>            còn Whisper chạy trên API host. Nhóm không giữ DB transaction trong</a:t>
            </a:r>
          </a:p>
          <a:p>
            <a:r>
              <a:t>            lúc chờ Gemini/Storage.” Sơ đồ là khái niệm theo source, không phải</a:t>
            </a:r>
          </a:p>
          <a:p>
            <a:r>
              <a:t>            trace network mới. Code: App.tsx, app.module.ts,</a:t>
            </a:r>
          </a:p>
          <a:p>
            <a:r>
              <a:t>            database.service.ts, compose.yaml.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45 giây</a:t>
            </a:r>
          </a:p>
          <a:p>
            <a:r>
              <a:t>“React giúp chia các màn thành component, còn hook quản lý request</a:t>
            </a:r>
          </a:p>
          <a:p>
            <a:r>
              <a:t>            và state. Khi đổi từ khóa ở trang hai, request mới phải về trang một</a:t>
            </a:r>
          </a:p>
          <a:p>
            <a:r>
              <a:t>            ngay; abort chỉ dừng tài nguyên, key/epoch mới quyết định response</a:t>
            </a:r>
          </a:p>
          <a:p>
            <a:r>
              <a:t>            được apply. Giao diện dùng palette sẵn, Poppins/Heroicons, focus và</a:t>
            </a:r>
          </a:p>
          <a:p>
            <a:r>
              <a:t>            control dễ thao tác.” Ví dụ kể lỗi query mới dùng page cũ hoặc</a:t>
            </a:r>
          </a:p>
          <a:p>
            <a:r>
              <a:t>            response account cũ. Không nói dùng localStorage làm nguồn server,</a:t>
            </a:r>
          </a:p>
          <a:p>
            <a:r>
              <a:t>            không coi ẩn nút là đủ phân quyền. Nếu hỏi sao không Next.js: chưa</a:t>
            </a:r>
          </a:p>
          <a:p>
            <a:r>
              <a:t>            có nhu cầu SSR/SEO cho vùng workspace riêng tư; Vite đáp ứng</a:t>
            </a:r>
          </a:p>
          <a:p>
            <a:r>
              <a:t>            dev/build hiện tại.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Thắng · 40 giây</a:t>
            </a:r>
          </a:p>
          <a:p>
            <a:r>
              <a:t>“Thắng đóng góp nền backend/Supabase và Gemini ban đầu; Tài tích hợp</a:t>
            </a:r>
          </a:p>
          <a:p>
            <a:r>
              <a:t>            tiếp Auth/RLS và nghiệp vụ. Nest giúp controller không chứa cả</a:t>
            </a:r>
          </a:p>
          <a:p>
            <a:r>
              <a:t>            pipeline AI. DI cho phép test giả SDK/Auth upstream trong khi Nest,</a:t>
            </a:r>
          </a:p>
          <a:p>
            <a:r>
              <a:t>            authorization, service và PostgreSQL vẫn thật.” Code:</a:t>
            </a:r>
          </a:p>
          <a:p>
            <a:r>
              <a:t>            assistant.controller.ts, auth.guard.ts, common/http.ts,</a:t>
            </a:r>
          </a:p>
          <a:p>
            <a:r>
              <a:t>            packages/contracts/index.d.ts. TypeScript type bị xóa khi compile,</a:t>
            </a:r>
          </a:p>
          <a:p>
            <a:r>
              <a:t>            nên body từ mạng phải validate. Không nối sort identifier từ client;</a:t>
            </a:r>
          </a:p>
          <a:p>
            <a:r>
              <a:t>            dùng allowlist.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45 giây</a:t>
            </a:r>
          </a:p>
          <a:p>
            <a:r>
              <a:t>“Authentication trả lời bạn là ai, authorization trả lời bạn được</a:t>
            </a:r>
          </a:p>
          <a:p>
            <a:r>
              <a:t>            làm gì. Phiên opaque HttpOnly khác JWT: browser không tự giữ access</a:t>
            </a:r>
          </a:p>
          <a:p>
            <a:r>
              <a:t>            token trong localStorage. Mỗi workspace request dùng principal</a:t>
            </a:r>
          </a:p>
          <a:p>
            <a:r>
              <a:t>            server xác minh; viewer không ghi dù sửa DOM. Manager cũng không đọc</a:t>
            </a:r>
          </a:p>
          <a:p>
            <a:r>
              <a:t>            hội thoại/quiz riêng của người khác.” Google callback về Supabase</a:t>
            </a:r>
          </a:p>
          <a:p>
            <a:r>
              <a:t>            khác callback về app. Code: auth.service.ts, auth.guard.ts,</a:t>
            </a:r>
          </a:p>
          <a:p>
            <a:r>
              <a:t>            use-pilot-session.ts, PilotAccess.tsx. Không chiếu</a:t>
            </a:r>
          </a:p>
          <a:p>
            <a:r>
              <a:t>            .env/cookie/token.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45 giây; Thắng nắm nền database</a:t>
            </a:r>
          </a:p>
          <a:p>
            <a:r>
              <a:t>“PostgreSQL đáp ứng dữ liệu quan hệ còn pgvector bổ sung kiểu vector</a:t>
            </a:r>
          </a:p>
          <a:p>
            <a:r>
              <a:t>            và phép khoảng cách. RLS là lớp DB, WHERE là scope ứng dụng; dùng cả</a:t>
            </a:r>
          </a:p>
          <a:p>
            <a:r>
              <a:t>            hai. Runtime owner/BYPASSRLS sẽ làm mất ý nghĩa bảo vệ nên nhóm tách</a:t>
            </a:r>
          </a:p>
          <a:p>
            <a:r>
              <a:t>            LOGIN business/Auth. Context transaction-local tránh rò pool giữa</a:t>
            </a:r>
          </a:p>
          <a:p>
            <a:r>
              <a:t>            request.” Giải thích score 1 − cosine distance không là xác suất</a:t>
            </a:r>
          </a:p>
          <a:p>
            <a:r>
              <a:t>            đúng; không nhận đã tối ưu ANN cho dữ liệu lớn. Code:</a:t>
            </a:r>
          </a:p>
          <a:p>
            <a:r>
              <a:t>            database.service.ts, runtime-capability-contract.ts,</a:t>
            </a:r>
          </a:p>
          <a:p>
            <a:r>
              <a:t>            rag-retrieval.service.ts.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Thắng + Tài · 45 giây</a:t>
            </a:r>
          </a:p>
          <a:p>
            <a:r>
              <a:t>“Nhóm chia theo trang và giữ overlap để giảm mất ngữ cảnh ở ranh</a:t>
            </a:r>
          </a:p>
          <a:p>
            <a:r>
              <a:t>            giới. Các số là ký tự, không phải token. Signed URL được tạo sau</a:t>
            </a:r>
          </a:p>
          <a:p>
            <a:r>
              <a:t>            authorize, không do model cung cấp. OCR chỉ dành trang không trích</a:t>
            </a:r>
          </a:p>
          <a:p>
            <a:r>
              <a:t>            được text hữu ích, không tự chạy lại mọi tài liệu.” Cấu hình local</a:t>
            </a:r>
          </a:p>
          <a:p>
            <a:r>
              <a:t>            ngày 26/10 đã đổi riêng GEMINI_OCR_MODEL sang gemini-3.5-flash-lite</a:t>
            </a:r>
          </a:p>
          <a:p>
            <a:r>
              <a:t>            nhưng OCR vẫn tắt; source fallback vẫn 2.5-flash. Đó không phải kết</a:t>
            </a:r>
          </a:p>
          <a:p>
            <a:r>
              <a:t>            quả benchmark OCR hoặc thay model generation của evaluation. Code:</a:t>
            </a:r>
          </a:p>
          <a:p>
            <a:r>
              <a:t>            document-ingestion.service.ts, document-chunker.ts,</a:t>
            </a:r>
          </a:p>
          <a:p>
            <a:r>
              <a:t>            document-ocr.service.ts.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+ Thắng · 50 giây</a:t>
            </a:r>
          </a:p>
          <a:p>
            <a:r>
              <a:t>“RAG không train hay fine-tune; lấy evidence đúng quyền rồi mới yêu</a:t>
            </a:r>
          </a:p>
          <a:p>
            <a:r>
              <a:t>            cầu model trả lời. Embedding dùng để so liên quan, generation mới</a:t>
            </a:r>
          </a:p>
          <a:p>
            <a:r>
              <a:t>            viết answer. Ngưỡng 0,55 là source default, không 55% accuracy;</a:t>
            </a:r>
          </a:p>
          <a:p>
            <a:r>
              <a:t>            runtime có thể khác. Citation map ID về document/page trên server,</a:t>
            </a:r>
          </a:p>
          <a:p>
            <a:r>
              <a:t>            nhưng claim grounding còn phải đối chiếu.” Thắng có đóng góp RAG đã</a:t>
            </a:r>
          </a:p>
          <a:p>
            <a:r>
              <a:t>            được Tài xác nhận, không gán riêng toàn bộ cho một người. Code:</a:t>
            </a:r>
          </a:p>
          <a:p>
            <a:r>
              <a:t>            rag-retrieval.service.ts, rag-context.ts, source-markers.ts,</a:t>
            </a:r>
          </a:p>
          <a:p>
            <a:r>
              <a:t>            prompt-registry.ts. Hỏi ngoài PDF có thể tốn query embedding nhưng</a:t>
            </a:r>
          </a:p>
          <a:p>
            <a:r>
              <a:t>            không answer generation.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45 giây</a:t>
            </a:r>
          </a:p>
          <a:p>
            <a:r>
              <a:t>“Nhóm chọn Gemini qua wrapper đang có, hỗ trợ generation và</a:t>
            </a:r>
          </a:p>
          <a:p>
            <a:r>
              <a:t>            structured output. Không nói model chắc tốt nhất khi chưa so sánh.</a:t>
            </a:r>
          </a:p>
          <a:p>
            <a:r>
              <a:t>            responseJsonSchema giúp định dạng nhưng server vẫn validate lại,</a:t>
            </a:r>
          </a:p>
          <a:p>
            <a:r>
              <a:t>            reject JSON lỗi/truncated, thừa field, trùng câu/thẻ hoặc source</a:t>
            </a:r>
          </a:p>
          <a:p>
            <a:r>
              <a:t>            giả. Answer key đúng kiểu chưa đồng nghĩa đúng kiến thức.” Model</a:t>
            </a:r>
          </a:p>
          <a:p>
            <a:r>
              <a:t>            generation do GEMINI_MODEL quyết định; baseline giữ</a:t>
            </a:r>
          </a:p>
          <a:p>
            <a:r>
              <a:t>            gemini-2.5-flash, template và OCR riêng có thể khác. Code:</a:t>
            </a:r>
          </a:p>
          <a:p>
            <a:r>
              <a:t>            gemini.service.ts, prompt-registry.ts, study-quiz-validation.ts,</a:t>
            </a:r>
          </a:p>
          <a:p>
            <a:r>
              <a:t>            study-flashcards-validation.ts.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50 giây</a:t>
            </a:r>
          </a:p>
          <a:p>
            <a:r>
              <a:t>“Generation không tự lưu bộ quiz/thẻ. Confirm riêng mới tạo snapshot</a:t>
            </a:r>
          </a:p>
          <a:p>
            <a:r>
              <a:t>            cá nhân. Khi nộp bài, server đọc answer key chứ không nhận score</a:t>
            </a:r>
          </a:p>
          <a:p>
            <a:r>
              <a:t>            client. Flashcards lưu remembered/needs_review, không chứng minh đã</a:t>
            </a:r>
          </a:p>
          <a:p>
            <a:r>
              <a:t>            thành thạo. Nếu mất ACK sau commit thì retry cùng key/payload, không</a:t>
            </a:r>
          </a:p>
          <a:p>
            <a:r>
              <a:t>            tạo lượt mới để thoát lỗi; confirm unknown cần GET trước.” Bộ đã lưu</a:t>
            </a:r>
          </a:p>
          <a:p>
            <a:r>
              <a:t>            mặc định 90 ngày, nguồn xóa báo unavailable, manager không đọc của</a:t>
            </a:r>
          </a:p>
          <a:p>
            <a:r>
              <a:t>            người khác. Code: StudyCoachPanel.tsx, StudyFlashcardsPanel.tsx,</a:t>
            </a:r>
          </a:p>
          <a:p>
            <a:r>
              <a:t>            study-coach.service.ts, study-flashcards.service.ts.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Thắng · SSE 35 giây; Tài · history 15 giây</a:t>
            </a:r>
          </a:p>
          <a:p>
            <a:r>
              <a:t>“SSE không bắt buộc EventSource. Nhóm cần POST body và CSRF headers</a:t>
            </a:r>
          </a:p>
          <a:p>
            <a:r>
              <a:t>            nên dùng fetch/ReadableStream. Một network chunk không bằng một</a:t>
            </a:r>
          </a:p>
          <a:p>
            <a:r>
              <a:t>            event; parser phải giữ buffer. General được phát delta, RAG giữ nội</a:t>
            </a:r>
          </a:p>
          <a:p>
            <a:r>
              <a:t>            dung tới khi validator xong, không bỏ SSE toàn ứng dụng.” Tài bổ</a:t>
            </a:r>
          </a:p>
          <a:p>
            <a:r>
              <a:t>            sung: receipt xác minh snapshot, không chứng minh answer đúng;</a:t>
            </a:r>
          </a:p>
          <a:p>
            <a:r>
              <a:t>            history mở lại và follow-up không trộn source cũ thành evidence mới.</a:t>
            </a:r>
          </a:p>
          <a:p>
            <a:r>
              <a:t>            Epoch/revision ngăn stream A cập nhật B.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Thắng · 50 giây</a:t>
            </a:r>
          </a:p>
          <a:p>
            <a:r>
              <a:t>“Whisper pretrained chạy trên API host, không trong browser và không</a:t>
            </a:r>
          </a:p>
          <a:p>
            <a:r>
              <a:t>            do nhóm train. ONNX là định dạng/runtime; q8 giảm tài nguyên nhưng</a:t>
            </a:r>
          </a:p>
          <a:p>
            <a:r>
              <a:t>            có trade-off. Audio dài trong trần 60 giây dùng chunk 30/stride 5 để</a:t>
            </a:r>
          </a:p>
          <a:p>
            <a:r>
              <a:t>            không chỉ đọc cửa sổ đầu. Timeout phải terminate worker/subprocess</a:t>
            </a:r>
          </a:p>
          <a:p>
            <a:r>
              <a:t>            và cleanup, không chỉ Promise.race.” Không gọi toàn app offline:</a:t>
            </a:r>
          </a:p>
          <a:p>
            <a:r>
              <a:t>            Supabase/Gemini vẫn cần mạng. Code: audio-inspector.ts,</a:t>
            </a:r>
          </a:p>
          <a:p>
            <a:r>
              <a:t>            local-inference-options.ts, local-speech-runtime.ts,</a:t>
            </a:r>
          </a:p>
          <a:p>
            <a:r>
              <a:t>            use-speech-input.ts.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45 giây</a:t>
            </a:r>
          </a:p>
          <a:p>
            <a:r>
              <a:t>“Telemetry ghi sau không ngăn chi phí đã xảy ra, nên admission</a:t>
            </a:r>
          </a:p>
          <a:p>
            <a:r>
              <a:t>            reserve trước provider. Một RAG request có thể có embedding và</a:t>
            </a:r>
          </a:p>
          <a:p>
            <a:r>
              <a:t>            generation; chỉ đếm HTTP request là thiếu. Token null không coi là</a:t>
            </a:r>
          </a:p>
          <a:p>
            <a:r>
              <a:t>            zero, cộng decimal/BIGINT không dùng Number tùy tiện. Dashboard chỉ</a:t>
            </a:r>
          </a:p>
          <a:p>
            <a:r>
              <a:t>            manager và membership được kiểm mới trong transaction.” Refresh dùng</a:t>
            </a:r>
          </a:p>
          <a:p>
            <a:r>
              <a:t>            generation chung cho overview/cost/detail; chuyển page operation</a:t>
            </a:r>
          </a:p>
          <a:p>
            <a:r>
              <a:t>            không ép đọc cost nếu cohort giữ nguyên. Code:</a:t>
            </a:r>
          </a:p>
          <a:p>
            <a:r>
              <a:t>            ai-admission.service.ts, ai-usage.service.ts,</a:t>
            </a:r>
          </a:p>
          <a:p>
            <a:r>
              <a:t>            ai-usage-dashboard.service.ts.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Tài · 40 giây</a:t>
            </a:r>
          </a:p>
          <a:p>
            <a:r>
              <a:t>“Container chỉ đóng gói ứng dụng, không tự làm Auth/Storage/Gemini</a:t>
            </a:r>
          </a:p>
          <a:p>
            <a:r>
              <a:t>            offline. Dữ liệu bền do DB/Storage, không vì state React hay image</a:t>
            </a:r>
          </a:p>
          <a:p>
            <a:r>
              <a:t>            Docker. nginx giữ proxy/Origin và không buffer SSE; TLS CA phải được</a:t>
            </a:r>
          </a:p>
          <a:p>
            <a:r>
              <a:t>            giữ, không tắt kiểm chứng để kết nối.” Không trình chiếu .env, không</a:t>
            </a:r>
          </a:p>
          <a:p>
            <a:r>
              <a:t>            chạy lại migration/cloud write khi chỉ khởi động demo. Đây là mô tả</a:t>
            </a:r>
          </a:p>
          <a:p>
            <a:r>
              <a:t>            deployment đã lưu, không một đợt triển khai mới. Code: compose.yaml,</a:t>
            </a:r>
          </a:p>
          <a:p>
            <a:r>
              <a:t>            compose.ca.yaml, Dockerfiles và infra/nginx/default.conf.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 hai · kết 40 giây</a:t>
            </a:r>
          </a:p>
          <a:p>
            <a:r>
              <a:t>“Không lớp test nào tự chứng minh mọi câu AI đúng. Fixture provider</a:t>
            </a:r>
          </a:p>
          <a:p>
            <a:r>
              <a:t>            kiểm đường runtime, không chất lượng model; citation tồn tại chưa</a:t>
            </a:r>
          </a:p>
          <a:p>
            <a:r>
              <a:t>            chứng minh claim grounding. Baseline strict 75% khác</a:t>
            </a:r>
          </a:p>
          <a:p>
            <a:r>
              <a:t>            semantic-content 90%; không dùng 1/1 của lượt cải tiến để nhận 100%.</a:t>
            </a:r>
          </a:p>
          <a:p>
            <a:r>
              <a:t>            Human review Study Coach, micro/máy Thắng và các matrix pending vẫn</a:t>
            </a:r>
          </a:p>
          <a:p>
            <a:r>
              <a:t>            theo bằng chứng.” Tài và Thắng nhận phần thực sự làm/hiểu; AI_USAGE</a:t>
            </a:r>
          </a:p>
          <a:p>
            <a:r>
              <a:t>            công khai hỗ trợ và lỗi. Không nhận capability B có ≥3 LLM-called</a:t>
            </a:r>
          </a:p>
          <a:p>
            <a:r>
              <a:t>            tools, không thêm TTS. Hướng capability là A RAG + C structured</a:t>
            </a:r>
          </a:p>
          <a:p>
            <a:r>
              <a:t>            output, không tuyên bố RUBRIC_PASSED thay giảng viên.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 ExaMate Công nghệ phía sau trải nghiệ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 Mỗi lớp có một trách nhiệ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 UI dễ dùng, dữ liệu có kiểm soá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 Một API, nhiều lớp kiểm soá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 Đăng nhập đúng, vào đúng workspa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 Dữ liệu quan hệ và vector, cùng một nề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 Không đưa cả PDF vào mọi câu hỏ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 Tìm đúng nguồn trước khi tạo câu trả lờ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 JSON đúng cú pháp vẫn chưa đủ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 Người dùng xác nhận, server giữ nhất quá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 Phản hồi nhanh, kiểm soát trọn vòng đờ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 Giọng nói thành bản nháp có thể sử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 Giữ chỗ trước, đo đúng sau lời gọ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 Đóng gói runtime, giữ dữ liệu bề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 Kiểm cấu trúc, kiểm luồng chạy, rồi đối chiếu chất lượ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ExaMate — Công nghệ và quyết định thiết kế</dc:title>
  <dc:subject>Bản tiếng Việt; artwork cố định, lời nói có thể chỉnh sửa</dc:subject>
  <dc:creator>Nhóm ExaMate — Tài và Thắng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identifier>b4c4ef46b4d8a9ec136c4be52ec56423c7593d26548f83c75a04ccf70c3d846f</dc:identifier>
</cp:coreProperties>
</file>