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Lời thuyết trình và điểm chỉ code</a:t>
            </a:r>
          </a:p>
          <a:p>
            <a:r>
              <a:t>Tài · mở đầu 25 giây “Bộ slide này giải thích vì sao nhóm chọn công</a:t>
            </a:r>
          </a:p>
          <a:p>
            <a:r>
              <a:t>            nghệ và công nghệ đó giải quyết phần nào của ExaMate. Nhóm dùng</a:t>
            </a:r>
          </a:p>
          <a:p>
            <a:r>
              <a:t>            model có sẵn, không tự train. Hai năng lực AI chính là RAG có nguồn</a:t>
            </a:r>
          </a:p>
          <a:p>
            <a:r>
              <a:t>            và structured output được đưa vào luồng luyện tập.” Đây là bản bổ</a:t>
            </a:r>
          </a:p>
          <a:p>
            <a:r>
              <a:t>            sung kỹ thuật, không thay slide demo ngắn. Không đọc cả 15 slide nếu</a:t>
            </a:r>
          </a:p>
          <a:p>
            <a:r>
              <a:t>            thời gian bảo vệ chỉ 8 phút.</a:t>
            </a:r>
          </a:p>
          <a:p/>
          <a:p>
            <a:r>
              <a:t>Bố cục cố định từ PDF; chỉnh nội dung trong technology.html/CSS rồi dựng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Lời thuyết trình và điểm chỉ code</a:t>
            </a:r>
          </a:p>
          <a:p>
            <a:r>
              <a:t>Thắng · 40 giây, Tài bổ sung quyền “React không gọi SQL hay cầm</a:t>
            </a:r>
          </a:p>
          <a:p>
            <a:r>
              <a:t>            server key. Nest gom nghiệp vụ và xác minh principal; PostgreSQL lưu</a:t>
            </a:r>
          </a:p>
          <a:p>
            <a:r>
              <a:t>            cả dữ liệu học tập lẫn vector. Supabase Auth và Storage là hai dịch</a:t>
            </a:r>
          </a:p>
          <a:p>
            <a:r>
              <a:t>            vụ khác nhau. Gemini cần mạng, còn Whisper chạy trên API host. Nhóm</a:t>
            </a:r>
          </a:p>
          <a:p>
            <a:r>
              <a:t>            không giữ DB transaction trong lúc chờ Gemini/Storage.” Sơ đồ là</a:t>
            </a:r>
          </a:p>
          <a:p>
            <a:r>
              <a:t>            khái niệm theo source, không phải trace network mới. Code: App.tsx,</a:t>
            </a:r>
          </a:p>
          <a:p>
            <a:r>
              <a:t>            app.module.ts, database.service.ts, compose.yaml.</a:t>
            </a:r>
          </a:p>
          <a:p/>
          <a:p>
            <a:r>
              <a:t>Bố cục cố định từ PDF; chỉnh nội dung trong technology.html/CSS rồi dựng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Lời thuyết trình và điểm chỉ code</a:t>
            </a:r>
          </a:p>
          <a:p>
            <a:r>
              <a:t>Tài · 45 giây “React giúp chia các màn thành component, còn hook</a:t>
            </a:r>
          </a:p>
          <a:p>
            <a:r>
              <a:t>            quản lý request và state. Khi đổi từ khóa ở trang hai, request mới</a:t>
            </a:r>
          </a:p>
          <a:p>
            <a:r>
              <a:t>            phải về trang một ngay; abort chỉ dừng tài nguyên, key/epoch mới</a:t>
            </a:r>
          </a:p>
          <a:p>
            <a:r>
              <a:t>            quyết định response được apply. Giao diện dùng palette sẵn,</a:t>
            </a:r>
          </a:p>
          <a:p>
            <a:r>
              <a:t>            Poppins/Heroicons, focus và control dễ thao tác.” Ví dụ kể lỗi query</a:t>
            </a:r>
          </a:p>
          <a:p>
            <a:r>
              <a:t>            mới dùng page cũ hoặc response account cũ. Không nói dùng</a:t>
            </a:r>
          </a:p>
          <a:p>
            <a:r>
              <a:t>            localStorage làm nguồn server, không coi ẩn nút là đủ phân quyền.</a:t>
            </a:r>
          </a:p>
          <a:p>
            <a:r>
              <a:t>            Nếu hỏi sao không Next.js: chưa có nhu cầu SSR/SEO cho vùng</a:t>
            </a:r>
          </a:p>
          <a:p>
            <a:r>
              <a:t>            workspace riêng tư; Vite đáp ứng dev/build hiện tại.</a:t>
            </a:r>
          </a:p>
          <a:p/>
          <a:p>
            <a:r>
              <a:t>Bố cục cố định từ PDF; chỉnh nội dung trong technology.html/CSS rồi dựng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Lời thuyết trình và điểm chỉ code</a:t>
            </a:r>
          </a:p>
          <a:p>
            <a:r>
              <a:t>Thắng · 40 giây “Thắng đóng góp nền backend/Supabase và Gemini ban</a:t>
            </a:r>
          </a:p>
          <a:p>
            <a:r>
              <a:t>            đầu; Tài tích hợp tiếp Auth/RLS và nghiệp vụ. Nest giúp controller</a:t>
            </a:r>
          </a:p>
          <a:p>
            <a:r>
              <a:t>            không chứa cả pipeline AI. DI cho phép test giả SDK/Auth upstream</a:t>
            </a:r>
          </a:p>
          <a:p>
            <a:r>
              <a:t>            trong khi Nest, authorization, service và PostgreSQL vẫn thật.”</a:t>
            </a:r>
          </a:p>
          <a:p>
            <a:r>
              <a:t>            Code: assistant.controller.ts, auth.guard.ts, common/http.ts,</a:t>
            </a:r>
          </a:p>
          <a:p>
            <a:r>
              <a:t>            packages/contracts/index.d.ts. TypeScript type bị xóa khi compile,</a:t>
            </a:r>
          </a:p>
          <a:p>
            <a:r>
              <a:t>            nên body từ mạng phải validate. Không nối sort identifier từ client;</a:t>
            </a:r>
          </a:p>
          <a:p>
            <a:r>
              <a:t>            dùng allowlist.</a:t>
            </a:r>
          </a:p>
          <a:p/>
          <a:p>
            <a:r>
              <a:t>Bố cục cố định từ PDF; chỉnh nội dung trong technology.html/CSS rồi dựng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Lời thuyết trình và điểm chỉ code</a:t>
            </a:r>
          </a:p>
          <a:p>
            <a:r>
              <a:t>Tài · 45 giây “Authentication trả lời bạn là ai, authorization trả</a:t>
            </a:r>
          </a:p>
          <a:p>
            <a:r>
              <a:t>            lời bạn được làm gì. Phiên opaque HttpOnly khác JWT: browser không</a:t>
            </a:r>
          </a:p>
          <a:p>
            <a:r>
              <a:t>            tự giữ access token trong localStorage. Mỗi workspace request dùng</a:t>
            </a:r>
          </a:p>
          <a:p>
            <a:r>
              <a:t>            principal server xác minh; viewer không ghi dù sửa DOM. Manager cũng</a:t>
            </a:r>
          </a:p>
          <a:p>
            <a:r>
              <a:t>            không đọc hội thoại/quiz riêng của người khác.” Google callback về</a:t>
            </a:r>
          </a:p>
          <a:p>
            <a:r>
              <a:t>            Supabase khác callback về app. Code: auth.service.ts, auth.guard.ts,</a:t>
            </a:r>
          </a:p>
          <a:p>
            <a:r>
              <a:t>            use-pilot-session.ts, PilotAccess.tsx. Không chiếu</a:t>
            </a:r>
          </a:p>
          <a:p>
            <a:r>
              <a:t>            .env/cookie/token.</a:t>
            </a:r>
          </a:p>
          <a:p/>
          <a:p>
            <a:r>
              <a:t>Bố cục cố định từ PDF; chỉnh nội dung trong technology.html/CSS rồi dựng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Lời thuyết trình và điểm chỉ code</a:t>
            </a:r>
          </a:p>
          <a:p>
            <a:r>
              <a:t>Tài · 45 giây; Thắng nắm nền database “PostgreSQL đáp ứng dữ liệu</a:t>
            </a:r>
          </a:p>
          <a:p>
            <a:r>
              <a:t>            quan hệ còn pgvector bổ sung kiểu vector và phép khoảng cách. RLS là</a:t>
            </a:r>
          </a:p>
          <a:p>
            <a:r>
              <a:t>            lớp DB, WHERE là scope ứng dụng; dùng cả hai. Runtime</a:t>
            </a:r>
          </a:p>
          <a:p>
            <a:r>
              <a:t>            owner/BYPASSRLS sẽ làm mất ý nghĩa bảo vệ nên nhóm tách LOGIN</a:t>
            </a:r>
          </a:p>
          <a:p>
            <a:r>
              <a:t>            business/Auth. Context transaction-local tránh rò pool giữa</a:t>
            </a:r>
          </a:p>
          <a:p>
            <a:r>
              <a:t>            request.” Giải thích score 1 − cosine distance không là xác suất</a:t>
            </a:r>
          </a:p>
          <a:p>
            <a:r>
              <a:t>            đúng; không nhận đã tối ưu ANN cho dữ liệu lớn. Code:</a:t>
            </a:r>
          </a:p>
          <a:p>
            <a:r>
              <a:t>            database.service.ts, runtime-capability-contract.ts,</a:t>
            </a:r>
          </a:p>
          <a:p>
            <a:r>
              <a:t>            rag-retrieval.service.ts.</a:t>
            </a:r>
          </a:p>
          <a:p/>
          <a:p>
            <a:r>
              <a:t>Bố cục cố định từ PDF; chỉnh nội dung trong technology.html/CSS rồi dựng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Lời thuyết trình và điểm chỉ code</a:t>
            </a:r>
          </a:p>
          <a:p>
            <a:r>
              <a:t>Thắng + Tài · 45 giây “Nhóm chia theo trang và giữ overlap để giảm</a:t>
            </a:r>
          </a:p>
          <a:p>
            <a:r>
              <a:t>            mất ngữ cảnh ở ranh giới. Các số là ký tự, không phải token. Signed</a:t>
            </a:r>
          </a:p>
          <a:p>
            <a:r>
              <a:t>            URL được tạo sau authorize, không do model cung cấp. OCR chỉ dành</a:t>
            </a:r>
          </a:p>
          <a:p>
            <a:r>
              <a:t>            trang không trích được text hữu ích, không tự chạy lại mọi tài</a:t>
            </a:r>
          </a:p>
          <a:p>
            <a:r>
              <a:t>            liệu.” Cấu hình local ngày 26/10 đã đổi riêng GEMINI_OCR_MODEL sang</a:t>
            </a:r>
          </a:p>
          <a:p>
            <a:r>
              <a:t>            gemini-3.5-flash-lite nhưng OCR vẫn tắt; source fallback vẫn</a:t>
            </a:r>
          </a:p>
          <a:p>
            <a:r>
              <a:t>            2.5-flash. Đó không phải kết quả benchmark OCR hoặc thay model</a:t>
            </a:r>
          </a:p>
          <a:p>
            <a:r>
              <a:t>            generation của evaluation. Code: document-ingestion.service.ts,</a:t>
            </a:r>
          </a:p>
          <a:p>
            <a:r>
              <a:t>            document-chunker.ts, document-ocr.service.ts.</a:t>
            </a:r>
          </a:p>
          <a:p/>
          <a:p>
            <a:r>
              <a:t>Bố cục cố định từ PDF; chỉnh nội dung trong technology.html/CSS rồi dựng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Lời thuyết trình và điểm chỉ code</a:t>
            </a:r>
          </a:p>
          <a:p>
            <a:r>
              <a:t>Tài + Thắng · 50 giây “RAG không train hay fine-tune; lấy evidence</a:t>
            </a:r>
          </a:p>
          <a:p>
            <a:r>
              <a:t>            đúng quyền rồi mới yêu cầu model trả lời. Embedding dùng để so liên</a:t>
            </a:r>
          </a:p>
          <a:p>
            <a:r>
              <a:t>            quan, generation mới viết answer. Ngưỡng 0,55 là source default,</a:t>
            </a:r>
          </a:p>
          <a:p>
            <a:r>
              <a:t>            không 55% accuracy; runtime có thể khác. Citation map ID về</a:t>
            </a:r>
          </a:p>
          <a:p>
            <a:r>
              <a:t>            document/page trên server, nhưng claim grounding còn phải đối</a:t>
            </a:r>
          </a:p>
          <a:p>
            <a:r>
              <a:t>            chiếu.” Thắng có đóng góp RAG đã được Tài xác nhận, không gán riêng</a:t>
            </a:r>
          </a:p>
          <a:p>
            <a:r>
              <a:t>            toàn bộ cho một người. Code: rag-retrieval.service.ts,</a:t>
            </a:r>
          </a:p>
          <a:p>
            <a:r>
              <a:t>            rag-context.ts, source-markers.ts, prompt-registry.ts. Hỏi ngoài PDF</a:t>
            </a:r>
          </a:p>
          <a:p>
            <a:r>
              <a:t>            có thể tốn query embedding nhưng không answer generation.</a:t>
            </a:r>
          </a:p>
          <a:p/>
          <a:p>
            <a:r>
              <a:t>Bố cục cố định từ PDF; chỉnh nội dung trong technology.html/CSS rồi dựng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Lời thuyết trình và điểm chỉ code</a:t>
            </a:r>
          </a:p>
          <a:p>
            <a:r>
              <a:t>Tài · 45 giây “Nhóm chọn Gemini qua wrapper đang có, hỗ trợ</a:t>
            </a:r>
          </a:p>
          <a:p>
            <a:r>
              <a:t>            generation và structured output. Không nói model chắc tốt nhất khi</a:t>
            </a:r>
          </a:p>
          <a:p>
            <a:r>
              <a:t>            chưa so sánh. responseJsonSchema giúp định dạng nhưng server vẫn</a:t>
            </a:r>
          </a:p>
          <a:p>
            <a:r>
              <a:t>            validate lại, reject JSON lỗi/truncated, thừa field, trùng câu/thẻ</a:t>
            </a:r>
          </a:p>
          <a:p>
            <a:r>
              <a:t>            hoặc source giả. Answer key đúng kiểu chưa đồng nghĩa đúng kiến</a:t>
            </a:r>
          </a:p>
          <a:p>
            <a:r>
              <a:t>            thức.” Model generation do GEMINI_MODEL quyết định; baseline giữ</a:t>
            </a:r>
          </a:p>
          <a:p>
            <a:r>
              <a:t>            gemini-2.5-flash, template và OCR riêng có thể khác. Code:</a:t>
            </a:r>
          </a:p>
          <a:p>
            <a:r>
              <a:t>            gemini.service.ts, prompt-registry.ts, study-quiz-validation.ts,</a:t>
            </a:r>
          </a:p>
          <a:p>
            <a:r>
              <a:t>            study-flashcards-validation.ts.</a:t>
            </a:r>
          </a:p>
          <a:p/>
          <a:p>
            <a:r>
              <a:t>Bố cục cố định từ PDF; chỉnh nội dung trong technology.html/CSS rồi dựng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Lời thuyết trình và điểm chỉ code</a:t>
            </a:r>
          </a:p>
          <a:p>
            <a:r>
              <a:t>Tài · 50 giây “Generation không tự lưu bộ quiz/thẻ. Confirm riêng</a:t>
            </a:r>
          </a:p>
          <a:p>
            <a:r>
              <a:t>            mới tạo snapshot cá nhân. Khi nộp bài, server đọc answer key chứ</a:t>
            </a:r>
          </a:p>
          <a:p>
            <a:r>
              <a:t>            không nhận score client. Flashcards lưu remembered/needs_review,</a:t>
            </a:r>
          </a:p>
          <a:p>
            <a:r>
              <a:t>            không chứng minh đã thành thạo. Nếu mất ACK sau commit thì retry</a:t>
            </a:r>
          </a:p>
          <a:p>
            <a:r>
              <a:t>            cùng key/payload, không tạo lượt mới để thoát lỗi; confirm unknown</a:t>
            </a:r>
          </a:p>
          <a:p>
            <a:r>
              <a:t>            cần GET trước.” Bộ đã lưu mặc định 90 ngày, nguồn xóa báo</a:t>
            </a:r>
          </a:p>
          <a:p>
            <a:r>
              <a:t>            unavailable, manager không đọc của người khác. Code:</a:t>
            </a:r>
          </a:p>
          <a:p>
            <a:r>
              <a:t>            StudyCoachPanel.tsx, StudyFlashcardsPanel.tsx,</a:t>
            </a:r>
          </a:p>
          <a:p>
            <a:r>
              <a:t>            study-coach.service.ts, study-flashcards.service.ts.</a:t>
            </a:r>
          </a:p>
          <a:p/>
          <a:p>
            <a:r>
              <a:t>Bố cục cố định từ PDF; chỉnh nội dung trong technology.html/CSS rồi dựng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Lời thuyết trình và điểm chỉ code</a:t>
            </a:r>
          </a:p>
          <a:p>
            <a:r>
              <a:t>Thắng · SSE 35 giây; Tài · history 15 giây “SSE không bắt buộc</a:t>
            </a:r>
          </a:p>
          <a:p>
            <a:r>
              <a:t>            EventSource. Nhóm cần POST body và CSRF headers nên dùng</a:t>
            </a:r>
          </a:p>
          <a:p>
            <a:r>
              <a:t>            fetch/ReadableStream. Một network chunk không bằng một event; parser</a:t>
            </a:r>
          </a:p>
          <a:p>
            <a:r>
              <a:t>            phải giữ buffer. General được phát delta, RAG giữ nội dung tới khi</a:t>
            </a:r>
          </a:p>
          <a:p>
            <a:r>
              <a:t>            validator xong, không bỏ SSE toàn ứng dụng.” Tài bổ sung: receipt</a:t>
            </a:r>
          </a:p>
          <a:p>
            <a:r>
              <a:t>            xác minh snapshot, không chứng minh answer đúng; history mở lại và</a:t>
            </a:r>
          </a:p>
          <a:p>
            <a:r>
              <a:t>            follow-up không trộn source cũ thành evidence mới. Epoch/revision</a:t>
            </a:r>
          </a:p>
          <a:p>
            <a:r>
              <a:t>            ngăn stream A cập nhật B.</a:t>
            </a:r>
          </a:p>
          <a:p/>
          <a:p>
            <a:r>
              <a:t>Bố cục cố định từ PDF; chỉnh nội dung trong technology.html/CSS rồi dựng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Lời thuyết trình và điểm chỉ code</a:t>
            </a:r>
          </a:p>
          <a:p>
            <a:r>
              <a:t>Thắng · 50 giây “Whisper pretrained chạy trên API host, không trong</a:t>
            </a:r>
          </a:p>
          <a:p>
            <a:r>
              <a:t>            browser và không do nhóm train. ONNX là định dạng/runtime; q8 giảm</a:t>
            </a:r>
          </a:p>
          <a:p>
            <a:r>
              <a:t>            tài nguyên nhưng có trade-off. Audio dài trong trần 60 giây dùng</a:t>
            </a:r>
          </a:p>
          <a:p>
            <a:r>
              <a:t>            chunk 30/stride 5 để không chỉ đọc cửa sổ đầu. Timeout phải</a:t>
            </a:r>
          </a:p>
          <a:p>
            <a:r>
              <a:t>            terminate worker/subprocess và cleanup, không chỉ Promise.race.”</a:t>
            </a:r>
          </a:p>
          <a:p>
            <a:r>
              <a:t>            Không gọi toàn app offline: Supabase/Gemini vẫn cần mạng. Code:</a:t>
            </a:r>
          </a:p>
          <a:p>
            <a:r>
              <a:t>            audio-inspector.ts, local-inference-options.ts,</a:t>
            </a:r>
          </a:p>
          <a:p>
            <a:r>
              <a:t>            local-speech-runtime.ts, use-speech-input.ts.</a:t>
            </a:r>
          </a:p>
          <a:p/>
          <a:p>
            <a:r>
              <a:t>Bố cục cố định từ PDF; chỉnh nội dung trong technology.html/CSS rồi dựng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Lời thuyết trình và điểm chỉ code</a:t>
            </a:r>
          </a:p>
          <a:p>
            <a:r>
              <a:t>Tài · 45 giây “Telemetry ghi sau không ngăn chi phí đã xảy ra, nên</a:t>
            </a:r>
          </a:p>
          <a:p>
            <a:r>
              <a:t>            admission reserve trước provider. Một RAG request có thể có</a:t>
            </a:r>
          </a:p>
          <a:p>
            <a:r>
              <a:t>            embedding và generation; chỉ đếm HTTP request là thiếu. Token null</a:t>
            </a:r>
          </a:p>
          <a:p>
            <a:r>
              <a:t>            không coi là zero, cộng decimal/BIGINT không dùng Number tùy tiện.</a:t>
            </a:r>
          </a:p>
          <a:p>
            <a:r>
              <a:t>            Dashboard chỉ manager và membership được kiểm mới trong</a:t>
            </a:r>
          </a:p>
          <a:p>
            <a:r>
              <a:t>            transaction.” Refresh dùng generation chung cho</a:t>
            </a:r>
          </a:p>
          <a:p>
            <a:r>
              <a:t>            overview/cost/detail; chuyển page operation không ép đọc cost nếu</a:t>
            </a:r>
          </a:p>
          <a:p>
            <a:r>
              <a:t>            cohort giữ nguyên. Code: ai-admission.service.ts,</a:t>
            </a:r>
          </a:p>
          <a:p>
            <a:r>
              <a:t>            ai-usage.service.ts, ai-usage-dashboard.service.ts.</a:t>
            </a:r>
          </a:p>
          <a:p/>
          <a:p>
            <a:r>
              <a:t>Bố cục cố định từ PDF; chỉnh nội dung trong technology.html/CSS rồi dựng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Lời thuyết trình và điểm chỉ code</a:t>
            </a:r>
          </a:p>
          <a:p>
            <a:r>
              <a:t>Tài · 40 giây “Container chỉ đóng gói ứng dụng, không tự làm</a:t>
            </a:r>
          </a:p>
          <a:p>
            <a:r>
              <a:t>            Auth/Storage/Gemini offline. Dữ liệu bền do DB/Storage, không vì</a:t>
            </a:r>
          </a:p>
          <a:p>
            <a:r>
              <a:t>            state React hay image Docker. nginx giữ proxy/Origin và không buffer</a:t>
            </a:r>
          </a:p>
          <a:p>
            <a:r>
              <a:t>            SSE; TLS CA phải được giữ, không tắt kiểm chứng để kết nối.” Không</a:t>
            </a:r>
          </a:p>
          <a:p>
            <a:r>
              <a:t>            trình chiếu .env, không chạy lại migration/cloud write khi chỉ khởi</a:t>
            </a:r>
          </a:p>
          <a:p>
            <a:r>
              <a:t>            động demo. Đây là mô tả deployment đã lưu, không một đợt triển khai</a:t>
            </a:r>
          </a:p>
          <a:p>
            <a:r>
              <a:t>            mới. Code: compose.yaml, compose.ca.yaml, Dockerfiles và</a:t>
            </a:r>
          </a:p>
          <a:p>
            <a:r>
              <a:t>            infra/nginx/default.conf.</a:t>
            </a:r>
          </a:p>
          <a:p/>
          <a:p>
            <a:r>
              <a:t>Bố cục cố định từ PDF; chỉnh nội dung trong technology.html/CSS rồi dựng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Lời thuyết trình và điểm chỉ code</a:t>
            </a:r>
          </a:p>
          <a:p>
            <a:r>
              <a:t>Cả hai · kết 40 giây “Không lớp test nào tự chứng minh mọi câu AI</a:t>
            </a:r>
          </a:p>
          <a:p>
            <a:r>
              <a:t>            đúng. Fixture provider kiểm đường runtime, không chất lượng model;</a:t>
            </a:r>
          </a:p>
          <a:p>
            <a:r>
              <a:t>            citation tồn tại chưa chứng minh claim grounding. Baseline strict</a:t>
            </a:r>
          </a:p>
          <a:p>
            <a:r>
              <a:t>            75% khác semantic-content 90%; không dùng 1/1 của lượt cải tiến để</a:t>
            </a:r>
          </a:p>
          <a:p>
            <a:r>
              <a:t>            nhận 100%. Human review Study Coach, micro/máy Thắng và các matrix</a:t>
            </a:r>
          </a:p>
          <a:p>
            <a:r>
              <a:t>            pending vẫn theo bằng chứng.” Tài và Thắng nhận phần thực sự</a:t>
            </a:r>
          </a:p>
          <a:p>
            <a:r>
              <a:t>            làm/hiểu; AI_USAGE công khai hỗ trợ và lỗi. Không nhận capability B</a:t>
            </a:r>
          </a:p>
          <a:p>
            <a:r>
              <a:t>            có ≥3 LLM-called tools, không thêm TTS. Hướng capability là A RAG +</a:t>
            </a:r>
          </a:p>
          <a:p>
            <a:r>
              <a:t>            C structured output, không tuyên bố RUBRIC_PASSED thay giảng viên.</a:t>
            </a:r>
          </a:p>
          <a:p/>
          <a:p>
            <a:r>
              <a:t>Bố cục cố định từ PDF; chỉnh nội dung trong technology.html/CSS rồi dựng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 ExaMate. Công nghệ kể bằng trải nghiệm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 Một request. Ba ranh giới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 Một thao tác, giao diện phản hồi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 Không tin request chỉ vì nó đến từ UI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 Đăng nhập ≠ có quyền ghi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 Dữ liệu quan hệ. Vector. Cùng PostgreSQL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 PDF trở thành bằng chứng có thể tìm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 Tìm đúng nguồn. Rồi mới trả lời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 Đầu ra có cấu trúc, dùng được trong app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 Học bằng hành động, không chỉ đọc JS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 Chữ chạy dần, quyền kiểm vẫn nguyê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 Nói → sửa bản chép → tự gửi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 Chặn trước. Đo đúng sau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 Đóng gói app. Giữ dữ liệu bề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 Đúng đường chạy. Đúng mức bằng chứng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ExaMate — Công nghệ và quyết định thiết kế</dc:title>
  <dc:subject>Bản tiếng Việt; artwork cố định, lời nói có thể chỉnh sửa</dc:subject>
  <dc:creator>Nhóm ExaMate — Tài và Thắng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d57a511cee04bccfaad8cc159c19954341b83947c47116e72b26c80eff819920</dc:identifier>
</cp:coreProperties>
</file>